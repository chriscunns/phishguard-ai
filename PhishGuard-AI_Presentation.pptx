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DF0F5"/>
                </a:solidFill>
              </a:rPr>
              <a:t>PhishGuard-AI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2A93B"/>
                </a:solidFill>
              </a:rPr>
              <a:t>Employee Email Threat Assessment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DF0F5"/>
                </a:solidFill>
              </a:rPr>
              <a:t>A small AI-enabled application addressing workplace phishing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F0F5"/>
                </a:solidFill>
              </a:rPr>
              <a:t>Group Members: Chris Cunningham &amp; Emily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344A"/>
                </a:solidFill>
              </a:rPr>
              <a:t>AI-Assisted Development  |  Vibe Programming  |  Prompt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1. The Business Problem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2. Proposed Solution &amp; Justification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3. End-to-End Workflow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4. Core Features (Assessment, AI Coach, Reporting)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5. Technology Stack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6. Prompt Engineering &amp; Iterative Refinement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7. Error Handling &amp; Debugging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8. Testing &amp; Validation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9. Group Work Allocation (50/50)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DF0F5"/>
                </a:solidFill>
              </a:rPr>
              <a:t>10. Demonstration &amp;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Phishing is one of the most common and dangerous cybersecurity threats facing organisations.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Attackers impersonate trusted sources (banks, IT, management) using urgency and social engineering.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Untrained employees may click malicious links or reveal credentials without realising the risk.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Human error remains the weakest link in organisational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A lightweight, accessible tool that lets employees vet a suspicious email BEFORE acting on it.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Simple in scope: only 3 core features, per the assignment brief.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End-to-end workflow from assessment to reporting.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Uses a live AI model (Groq) for dynamic awareness coaching.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Built rapidly using AI-assisted (vibe) programming with good prompt-engineering practice.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560320" cy="6400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Step 1: Paste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256032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DF0F5"/>
                </a:solidFill>
              </a:rPr>
              <a:t>Employee copies a suspicious email into the text 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737360"/>
            <a:ext cx="2560320" cy="6400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Step 2: Assess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468880"/>
            <a:ext cx="256032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6517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DF0F5"/>
                </a:solidFill>
              </a:rPr>
              <a:t>Analysis engine scores risk and returns a colour-coded verdict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737360"/>
            <a:ext cx="2560320" cy="6400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Step 3: AI Coach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68880"/>
            <a:ext cx="256032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DF0F5"/>
                </a:solidFill>
              </a:rPr>
              <a:t>Groq generates a quiz question with 1 correct + 3 wrong answers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737360"/>
            <a:ext cx="2560320" cy="64008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Step 4: Report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2468880"/>
            <a:ext cx="2560320" cy="201168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6517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DF0F5"/>
                </a:solidFill>
              </a:rPr>
              <a:t>High-risk emails are reported to IT Security by real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2A93B"/>
                </a:solidFill>
              </a:rPr>
              <a:t>A complete, business-relevant workflow from receipt of an email to incident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Core Feature 1 &amp; 2: Assessment &amp; AI Coach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394960" cy="484632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3B"/>
                </a:solidFill>
              </a:rPr>
              <a:t>Threat Assessment (Emily)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Pastes email text and returns a risk score (0-100).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Detects urgency, credential requests, links and verification scams.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Outputs a colour-coded badge: green / orange / red.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Lists detected flags with clear explanations.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3B"/>
                </a:solidFill>
              </a:rPr>
              <a:t>AI Awareness Coach (Emily)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Calls the Groq LLM with a designed runtime prompt.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AI reads the email and generates one question.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4 options - exactly 1 correct, 3 wrong.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Explains the correct answer; feedback shows right/wrong in the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Core Feature 3: Email Reporting to IT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Employees can report a high-risk email with one click.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Uses Flask-Mail to send the full email content to IT Security by real SMTP email.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Credentials are securely stored in a .env file (never committed to the repo).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Provides clear success / error feedback to the employee.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Replaced a simple text log with genuine email delivery for a complete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Backend: Python + Flask (web server and routes).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Analysis engine: Python keyword &amp; pattern heuristics.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AI Coach: Groq API (openai/gpt-oss-120b) for runtime question generation.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Frontend: HTML, CSS, JavaScript (dark/light theme, badges, coach UI).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Email: Flask-Mail via SMTP.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Secrets: python-dotenv + .env.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Version control &amp; hosting: Git + GitHub (public).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Vibe Programming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Used an AI coding assistant as a collaborative development partner.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Guided the AI with natural-language prompts rather than writing every line.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Reviewed generated code and iteratively refined requirements.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AI assisted with debugging (SMTP auth errors, model selection), running, and packaging.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Demonstrates rapid design, development, testing and refinement.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Prompt Engineering: Runtime AI Coach (Prompt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Prompt: a runtime prompt sent to Groq that acts as a cybersecurity awareness coach.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Requires: one question, four options (1 correct, 3 wrong), correct index, explanation, valid JSON.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Sample output produced a correct 'delete and report' question for a phishing email.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Validation: JSON structure checked; correct_index bounds verified; markdown fences stripped.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Demonstrates genuine runtime prompt-engineered AI output, not just hardcoded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Prompt Engineering &amp; Error Handling: Reporting (Prompt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Initial: 'The /report route should write the incident to a log file.'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Refinement: 'Can we send that to a real email address?' -&gt; Flask-Mail SMTP.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Debugging: resolved tenant-level SMTP AUTH error by switching providers.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Debugging: resolved 'basic authentication disabled' by using Gmail app password.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Final: real email delivery verified end-to-end.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Error Handling &amp; Debugging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Groq 'model does not exist' -&gt; listed available models; switched to openai/gpt-oss-120b.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535 'SmtpClientAuthentication disabled' -&gt; tenant SMTP AUTH off; switched provider.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535 'basic authentication disabled' -&gt; Outlook.com needs OAuth2; switched to Gmail app password.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GitHub 'Repository not found' -&gt; corrected repo name to phishguard-ai; created public repo.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Each error informed a prompt / configuration refinement (validation-driven).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394960" cy="484632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3B"/>
                </a:solidFill>
              </a:rPr>
              <a:t>Functional Tests (Emily)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Load Good Sample -&gt; green 'Likely Safe' badge.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Load Bad Sample -&gt; red 'Likely Phishing' badge with all flags.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AI coach returned valid JSON with 1 correct + 3 wrong answers.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Score mapping verified across thresholds.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3B"/>
                </a:solidFill>
              </a:rPr>
              <a:t>Delivery &amp; UI Tests (Chris)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Coach answer feedback highlighted correct (green) / wrong (red).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Live email successfully sent to IT Security address.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Badge colours verified in dark and light themes.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Public GitHub repository verified accessible.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Group Work Allocation: 50/50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394960" cy="475488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3B"/>
                </a:solidFill>
              </a:rPr>
              <a:t>Emily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Business problem &amp; requirements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Backend analysis engine (scoring &amp; verdicts)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AI coach prompt design &amp; integration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Flask /analyze &amp; /coach routes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Functional testing &amp;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solidFill>
            <a:srgbClr val="161E2E"/>
          </a:solidFill>
          <a:ln w="12700">
            <a:solidFill>
              <a:srgbClr val="2A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3B"/>
                </a:solidFill>
              </a:rPr>
              <a:t>Chris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Frontend UI (HTML/CSS/JS, badges, coach UI)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Email reporting feature (Flask-Mail / SMTP)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Secrets management (.env)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GitHub setup &amp; public hosting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DF0F5"/>
                </a:solidFill>
              </a:rPr>
              <a:t>Prompt log &amp; documentation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Open the application at the local server (http://127.0.0.1:5000).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Click 'Load Bad Sample' -&gt; observe red badge &amp; flags.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Click 'Ask the Awareness Coach' -&gt; see the AI-generated question.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Select an answer and observe the correct (green) / wrong (red) feedback.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Click 'Report To IT Security' and show the confirmation (Chris).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DF0F5"/>
                </a:solidFill>
              </a:rPr>
              <a:t>Conclusions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Built a complete, end-to-end phishing assessment application.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Demonstrated prompt engineering: planning, iteration, evaluation, validation, error handling.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Integrated a live AI model (Groq) for dynamic awareness coaching.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Used vibe programming to collaborate with AI throughout the lifecycle.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Deliverables: source code (GitHub), prompt log (Word), presentation (PowerPoint).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DF0F5"/>
                </a:solidFill>
              </a:rPr>
              <a:t>Repository: https://github.com/ChrisCunns/phishguard-ai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DF0F5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2A93B"/>
                </a:solidFill>
              </a:rPr>
              <a:t>Chris Cunningham &amp; Emily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344A"/>
                </a:solidFill>
              </a:rPr>
              <a:t>PhishGuard-AI  |  https://github.com/ChrisCunns/phishguard-ai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